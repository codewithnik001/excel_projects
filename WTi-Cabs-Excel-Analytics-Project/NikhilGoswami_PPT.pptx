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Libre Baskerville" panose="02000000000000000000" pitchFamily="2" charset="0"/>
      <p:regular r:id="rId13"/>
    </p:embeddedFont>
    <p:embeddedFont>
      <p:font typeface="Libre Baskerville Bold" panose="020B0604020202020204" charset="0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47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2" y="1647155"/>
            <a:ext cx="3287316" cy="18491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804541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Company Profile &amp; Corporate Mobility Solutions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3925119" y="2725862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Assessment Presentation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 </a:t>
            </a: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Nikhil Goswami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7612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About WTi Cabs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882700"/>
            <a:ext cx="3187378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Company Overview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96119" y="1401812"/>
            <a:ext cx="8151763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WTi Cabs is an integrated corporate mobility and travel solutions company founded in </a:t>
            </a:r>
            <a:r>
              <a:rPr lang="en-US" sz="10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2009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headquartered in </a:t>
            </a:r>
            <a:r>
              <a:rPr lang="en-US" sz="10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New Delhi, India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 company specializes in employee transportation, corporate mobility, airport transfers, fleet management, and technology-enabled transportation solutions. Today, WTi Cabs operates across India, helping enterprises manage safe, reliable, and efficient workforce mobility.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412578"/>
            <a:ext cx="24507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Highlights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96119" y="2848570"/>
            <a:ext cx="4013597" cy="473497"/>
          </a:xfrm>
          <a:prstGeom prst="roundRect">
            <a:avLst>
              <a:gd name="adj" fmla="val 4210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629022" y="2981474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Founded in </a:t>
            </a:r>
            <a:r>
              <a:rPr lang="en-US" sz="1300" b="1" dirty="0">
                <a:solidFill>
                  <a:srgbClr val="49495A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2009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34285" y="2848570"/>
            <a:ext cx="4013597" cy="473497"/>
          </a:xfrm>
          <a:prstGeom prst="roundRect">
            <a:avLst>
              <a:gd name="adj" fmla="val 4210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4767188" y="2981474"/>
            <a:ext cx="216894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Headquarters: </a:t>
            </a:r>
            <a:r>
              <a:rPr lang="en-US" sz="1300" b="1" dirty="0">
                <a:solidFill>
                  <a:srgbClr val="49495A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New Delhi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6119" y="3446636"/>
            <a:ext cx="4013597" cy="473497"/>
          </a:xfrm>
          <a:prstGeom prst="roundRect">
            <a:avLst>
              <a:gd name="adj" fmla="val 4210"/>
            </a:avLst>
          </a:prstGeom>
          <a:solidFill>
            <a:srgbClr val="EAE8F3"/>
          </a:solidFill>
          <a:ln/>
        </p:spPr>
      </p:sp>
      <p:sp>
        <p:nvSpPr>
          <p:cNvPr id="11" name="Text 9"/>
          <p:cNvSpPr/>
          <p:nvPr/>
        </p:nvSpPr>
        <p:spPr>
          <a:xfrm>
            <a:off x="629022" y="3579540"/>
            <a:ext cx="178936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Pan-India operations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34285" y="3446636"/>
            <a:ext cx="4013597" cy="473497"/>
          </a:xfrm>
          <a:prstGeom prst="roundRect">
            <a:avLst>
              <a:gd name="adj" fmla="val 4210"/>
            </a:avLst>
          </a:prstGeom>
          <a:solidFill>
            <a:srgbClr val="EA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4767188" y="3579540"/>
            <a:ext cx="246347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Corporate mobility specialist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6119" y="4044702"/>
            <a:ext cx="4013597" cy="681186"/>
          </a:xfrm>
          <a:prstGeom prst="roundRect">
            <a:avLst>
              <a:gd name="adj" fmla="val 2927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629022" y="4177605"/>
            <a:ext cx="374779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Technology-enabled transportation solutions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34285" y="4044702"/>
            <a:ext cx="4013597" cy="681186"/>
          </a:xfrm>
          <a:prstGeom prst="roundRect">
            <a:avLst>
              <a:gd name="adj" fmla="val 2927"/>
            </a:avLst>
          </a:prstGeom>
          <a:solidFill>
            <a:srgbClr val="EAE8F3"/>
          </a:solidFill>
          <a:ln/>
        </p:spPr>
      </p:sp>
      <p:sp>
        <p:nvSpPr>
          <p:cNvPr id="17" name="Text 15"/>
          <p:cNvSpPr/>
          <p:nvPr/>
        </p:nvSpPr>
        <p:spPr>
          <a:xfrm>
            <a:off x="4767188" y="4177605"/>
            <a:ext cx="3747790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Focus on safety, operational excellence, and customer experience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7229"/>
            <a:ext cx="422493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Mobility Solutions &amp; Services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786705"/>
            <a:ext cx="24507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Services Offered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96119" y="1140916"/>
            <a:ext cx="8608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WTi Cabs provides end-to-end mobility solutions designed for businesses, institutions, and enterprise customers.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381795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Services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673721"/>
            <a:ext cx="249138" cy="2491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010445"/>
            <a:ext cx="258782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Employee Transportation Services (ETS)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755" y="1673721"/>
            <a:ext cx="249138" cy="2491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15755" y="2010445"/>
            <a:ext cx="13614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Corporate Car Rental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306241"/>
            <a:ext cx="249138" cy="2491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2642964"/>
            <a:ext cx="232774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Airport Mobility &amp; Airport Transfers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5755" y="2306241"/>
            <a:ext cx="249138" cy="2491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15755" y="2642964"/>
            <a:ext cx="1586954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Fixed &amp; Monthly Rentals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38760"/>
            <a:ext cx="249138" cy="2491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3275484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Fleet Management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15755" y="2938760"/>
            <a:ext cx="249138" cy="24913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615755" y="3275484"/>
            <a:ext cx="1862584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&amp; Site Transportation</a:t>
            </a:r>
            <a:endParaRPr lang="en-US" sz="9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571280"/>
            <a:ext cx="249138" cy="24913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96119" y="3908003"/>
            <a:ext cx="193074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Event Commute Management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5755" y="3571280"/>
            <a:ext cx="249138" cy="24913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615755" y="3908003"/>
            <a:ext cx="1960885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Mobility Technology Solutions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119" y="4203799"/>
            <a:ext cx="249138" cy="24913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496119" y="4540523"/>
            <a:ext cx="181027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 Transportation Solutions</a:t>
            </a:r>
            <a:endParaRPr lang="en-US" sz="95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15755" y="4203799"/>
            <a:ext cx="249138" cy="24913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4615755" y="4540523"/>
            <a:ext cx="20015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Consulting &amp; Advisory Services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574"/>
            <a:ext cx="384430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WTi Cabs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856506"/>
            <a:ext cx="375590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Company Growth &amp; Scale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1329333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WTi Cabs has expanded significantly since its establishment.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1678112"/>
            <a:ext cx="2317849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Growth Highlights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96119" y="2135386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₹600+ Cr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34207" y="26880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947020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₹32 Cr → ₹600+ Cr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58592" y="2135386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14,000+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796680" y="26880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Fleet 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8592" y="2947020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556 → 14,000+ Vehicles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21065" y="2135386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750+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59153" y="268805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Enterprise Clients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21065" y="2947020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28 → 750+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7318" y="3412108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10,000+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415406" y="39647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Service Partners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7318" y="4223742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51 → 10,000+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9791" y="3412108"/>
            <a:ext cx="26268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1,400+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177879" y="396478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Team Strength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9791" y="4223742"/>
            <a:ext cx="2626816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84 → 1,400+ Professionals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6119" y="4531816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figures demonstrate the company's strong growth and nationwide operational capabilities.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305"/>
            <a:ext cx="4775895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&amp; Operations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871835"/>
            <a:ext cx="4303365" cy="3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Technology-Driven Mobility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496119" y="1379265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WTi Cabs combines transportation services with technology to improve operational efficiency and customer experience.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1760786"/>
            <a:ext cx="2869332" cy="244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 Capabilities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186434"/>
            <a:ext cx="4015606" cy="6981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8227" y="2331393"/>
            <a:ext cx="257115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Mobility Technology Solutions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2201" y="2186434"/>
            <a:ext cx="4015680" cy="6981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34310" y="2331393"/>
            <a:ext cx="366861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Employee Transportation Technology Platform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005063"/>
            <a:ext cx="4015606" cy="494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8227" y="3150022"/>
            <a:ext cx="246779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Corporate Fleet Management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201" y="3005063"/>
            <a:ext cx="4015680" cy="494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34310" y="3150022"/>
            <a:ext cx="31129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Route Planning &amp; Fleet Coordination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619574"/>
            <a:ext cx="4015606" cy="49403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8227" y="3764533"/>
            <a:ext cx="347521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Transportation Compliance Management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201" y="3619574"/>
            <a:ext cx="4015680" cy="49403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834310" y="3764533"/>
            <a:ext cx="246905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Enterprise Mobility Solutions</a:t>
            </a:r>
            <a:endParaRPr lang="en-US" sz="12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4234086"/>
            <a:ext cx="4015606" cy="49403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8227" y="4379044"/>
            <a:ext cx="226672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Managed Mobility Services</a:t>
            </a:r>
            <a:endParaRPr lang="en-US" sz="12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2201" y="4234086"/>
            <a:ext cx="4015680" cy="49403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834310" y="4379044"/>
            <a:ext cx="336403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Women Safety Transportation Solutions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482"/>
            <a:ext cx="3514130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Choose WTi Cabs?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744959"/>
            <a:ext cx="245075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Strengths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496119" y="1099170"/>
            <a:ext cx="8608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WTi Cabs differentiates itself through its integrated mobility ecosystem and enterprise-focused transportation services.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34004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96119" y="1631975"/>
            <a:ext cx="4040832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7" name="Shape 5"/>
          <p:cNvSpPr/>
          <p:nvPr/>
        </p:nvSpPr>
        <p:spPr>
          <a:xfrm>
            <a:off x="595759" y="1731615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7987" y="1813843"/>
            <a:ext cx="134541" cy="1345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5759" y="2100635"/>
            <a:ext cx="195790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Pan-India Mobility Operations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06975" y="1631975"/>
            <a:ext cx="4040907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11" name="Shape 8"/>
          <p:cNvSpPr/>
          <p:nvPr/>
        </p:nvSpPr>
        <p:spPr>
          <a:xfrm>
            <a:off x="4706615" y="1731615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8843" y="1813843"/>
            <a:ext cx="134541" cy="13454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6615" y="2100635"/>
            <a:ext cx="1868165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Corporate Mobility Expertise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6119" y="2425973"/>
            <a:ext cx="4040832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15" name="Shape 11"/>
          <p:cNvSpPr/>
          <p:nvPr/>
        </p:nvSpPr>
        <p:spPr>
          <a:xfrm>
            <a:off x="595759" y="2525613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7987" y="2607841"/>
            <a:ext cx="134541" cy="13454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5759" y="2894633"/>
            <a:ext cx="20823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Technology-Enabled Operations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06975" y="2425973"/>
            <a:ext cx="4040907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19" name="Shape 14"/>
          <p:cNvSpPr/>
          <p:nvPr/>
        </p:nvSpPr>
        <p:spPr>
          <a:xfrm>
            <a:off x="4706615" y="2525613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8843" y="2607841"/>
            <a:ext cx="134541" cy="13454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06615" y="2894633"/>
            <a:ext cx="2455887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Large Fleet &amp; Service Partner Network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96119" y="3219971"/>
            <a:ext cx="4040832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23" name="Shape 17"/>
          <p:cNvSpPr/>
          <p:nvPr/>
        </p:nvSpPr>
        <p:spPr>
          <a:xfrm>
            <a:off x="595759" y="3319611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7987" y="3401839"/>
            <a:ext cx="134541" cy="13454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5759" y="3688631"/>
            <a:ext cx="229574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Enterprise Transportation Solutions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606975" y="3219971"/>
            <a:ext cx="4040907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27" name="Shape 20"/>
          <p:cNvSpPr/>
          <p:nvPr/>
        </p:nvSpPr>
        <p:spPr>
          <a:xfrm>
            <a:off x="4706615" y="3319611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8843" y="3401839"/>
            <a:ext cx="134541" cy="134541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706615" y="3688631"/>
            <a:ext cx="2108374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Customer-Centric Service Model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496119" y="4013969"/>
            <a:ext cx="4040832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31" name="Shape 23"/>
          <p:cNvSpPr/>
          <p:nvPr/>
        </p:nvSpPr>
        <p:spPr>
          <a:xfrm>
            <a:off x="595759" y="4113609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7987" y="4195837"/>
            <a:ext cx="134541" cy="134541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95759" y="4482629"/>
            <a:ext cx="173340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Scalable Mobility Solutions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4606975" y="4013969"/>
            <a:ext cx="4040907" cy="723974"/>
          </a:xfrm>
          <a:prstGeom prst="roundRect">
            <a:avLst>
              <a:gd name="adj" fmla="val 2065"/>
            </a:avLst>
          </a:prstGeom>
          <a:solidFill>
            <a:srgbClr val="EAE8F3"/>
          </a:solidFill>
          <a:ln/>
        </p:spPr>
      </p:sp>
      <p:sp>
        <p:nvSpPr>
          <p:cNvPr id="35" name="Shape 26"/>
          <p:cNvSpPr/>
          <p:nvPr/>
        </p:nvSpPr>
        <p:spPr>
          <a:xfrm>
            <a:off x="4706615" y="4113609"/>
            <a:ext cx="298996" cy="298996"/>
          </a:xfrm>
          <a:prstGeom prst="ellipse">
            <a:avLst/>
          </a:prstGeom>
          <a:solidFill>
            <a:srgbClr val="5955EB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8843" y="4195837"/>
            <a:ext cx="134541" cy="134541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706615" y="4482629"/>
            <a:ext cx="241667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Strong Focus on Safety &amp;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9667"/>
            <a:ext cx="67386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SWOT Analysis </a:t>
            </a:r>
            <a:r>
              <a:rPr lang="en-US" sz="2750" i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(Business Analysis)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5617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This slide is my analysis based on the company's business model.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1542455"/>
            <a:ext cx="4107135" cy="3171379"/>
          </a:xfrm>
          <a:prstGeom prst="roundRect">
            <a:avLst>
              <a:gd name="adj" fmla="val 671"/>
            </a:avLst>
          </a:prstGeom>
          <a:solidFill>
            <a:srgbClr val="403CCF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168421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047429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Established corporate mobility brand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 nationwide fleet network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Technology-enabled operations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enterprise customer 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5781" y="324512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Opportunities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5781" y="3608338"/>
            <a:ext cx="3823618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Growth in EV mobility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fleet optimization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Expansion into Tier-2 &amp; Tier-3 cities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Increasing demand for organized corporate mobility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168421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Weaknesses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49701" y="2047429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operating and fleet maintenance costs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Dependence on transportation infrastructure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Complex vendor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9701" y="296874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Threats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749701" y="333196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Fuel price volatility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Increasing market competition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Regulatory changes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Driver availability challenges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055"/>
            <a:ext cx="7837810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 </a:t>
            </a:r>
            <a:r>
              <a:rPr lang="en-US" sz="2350" i="1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(Business Analysis)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815578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96119" y="1277094"/>
            <a:ext cx="86089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strengthen future growth, WTi Cabs can consider: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576015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541772" y="1598823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4812" y="1617836"/>
            <a:ext cx="2207196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Accelerate EV fleet adoption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6119" y="2059409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541772" y="2082217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4812" y="2101230"/>
            <a:ext cx="284440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Expand AI-based route optimization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6119" y="2542803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1772" y="2565611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4812" y="2584624"/>
            <a:ext cx="333784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Strengthen predictive vehicle maintenance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6119" y="3026197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1772" y="3049005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4812" y="3068017"/>
            <a:ext cx="371631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Increase data analytics for operational decisions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96119" y="3509590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1772" y="3532398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4812" y="3551411"/>
            <a:ext cx="3012653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Expand sustainable mobility initiatives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96119" y="3992984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541772" y="4015792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4812" y="4034805"/>
            <a:ext cx="371028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Enhance customer self-service digital platforms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96119" y="4476378"/>
            <a:ext cx="274067" cy="274067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sp>
        <p:nvSpPr>
          <p:cNvPr id="24" name="Text 22"/>
          <p:cNvSpPr/>
          <p:nvPr/>
        </p:nvSpPr>
        <p:spPr>
          <a:xfrm>
            <a:off x="541772" y="4499186"/>
            <a:ext cx="182687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4812" y="4518199"/>
            <a:ext cx="41807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Continue investment in employee safety technologies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8080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Vision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680493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Driving the Future of Corporate Mobility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2601813"/>
            <a:ext cx="472276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WTi Cabs continues to focus on building an intelligent and sustainable mobility ecosystem by combining technology, operational excellence, and customer-centric transportation solutions. The company's emphasis on EV mobility, digital transformation, enterprise mobility solutions, and nationwide expansion positions it for continued growth in India's corporate transportation sector.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3183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231529"/>
            <a:ext cx="3884042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2798490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Nikhil Goswami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565</Words>
  <Application>Microsoft Office PowerPoint</Application>
  <PresentationFormat>On-screen Show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Libre Baskerville</vt:lpstr>
      <vt:lpstr>Open Sans Bold</vt:lpstr>
      <vt:lpstr>Arial</vt:lpstr>
      <vt:lpstr>Open Sans</vt:lpstr>
      <vt:lpstr>Libre Baskerville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Nikhil Goswami</cp:lastModifiedBy>
  <cp:revision>2</cp:revision>
  <dcterms:created xsi:type="dcterms:W3CDTF">2026-07-03T19:02:38Z</dcterms:created>
  <dcterms:modified xsi:type="dcterms:W3CDTF">2026-07-03T19:06:41Z</dcterms:modified>
</cp:coreProperties>
</file>